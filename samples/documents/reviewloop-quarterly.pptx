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ReviewLoop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Human-in-the-loop review for AI agent work</a:t>
            </a:r>
          </a:p>
          <a:p>
            <a:r>
              <a:t>Quarterly review · 2026-Q3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shipped this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live review with paintbrush annotation</a:t>
            </a:r>
          </a:p>
          <a:p>
            <a:r>
              <a:t>PDF review with multi-page navigation and pinch-to-zoom</a:t>
            </a:r>
          </a:p>
          <a:p>
            <a:r>
              <a:t>Word (DOCX) review with rich formatting and text selection</a:t>
            </a:r>
          </a:p>
          <a:p>
            <a:r>
              <a:t>PowerPoint (PPTX) review with slide presentation mode</a:t>
            </a:r>
          </a:p>
          <a:p>
            <a:r>
              <a:t>Excel (XLSX/CSV) review with sheet tabs and a formula bar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Reviews published</a:t>
            </a:r>
          </a:p>
          <a:p>
            <a:r>
              <a:t>Week 1: 12</a:t>
            </a:r>
          </a:p>
          <a:p>
            <a:r>
              <a:t>Week 2: 47</a:t>
            </a:r>
          </a:p>
          <a:p>
            <a:r>
              <a:t>Week 3: 121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Comments routed to agents</a:t>
            </a:r>
          </a:p>
          <a:p>
            <a:r>
              <a:t>Week 1: 3</a:t>
            </a:r>
          </a:p>
          <a:p>
            <a:r>
              <a:t>Week 2: 29</a:t>
            </a:r>
          </a:p>
          <a:p>
            <a:r>
              <a:t>Week 3: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Next quarter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011680"/>
            <a:ext cx="3200400" cy="2011680"/>
          </a:xfrm>
          <a:prstGeom prst="roundRect">
            <a:avLst/>
          </a:prstGeom>
          <a:solidFill>
            <a:srgbClr val="2F6F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Annotation anchoring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2011680"/>
            <a:ext cx="3200400" cy="2011680"/>
          </a:xfrm>
          <a:prstGeom prst="roundRect">
            <a:avLst/>
          </a:prstGeom>
          <a:solidFill>
            <a:srgbClr val="1EA76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Agent revision loop GA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2011680"/>
            <a:ext cx="3200400" cy="2011680"/>
          </a:xfrm>
          <a:prstGeom prst="roundRect">
            <a:avLst/>
          </a:prstGeom>
          <a:solidFill>
            <a:srgbClr val="E88B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Batch review sessions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